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  <Relationship Id="rId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Speaker note for slide 1.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tep6-gen-tabl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tep6-gen-tabl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1332" y="440055"/>
            <a:ext cx="145706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Table slide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43000" y="1143000"/>
            <a:ext cx="5715000" cy="2286000"/>
            <a:chOff x="1143000" y="1143000"/>
            <a:chExt cx="5715000" cy="2286000"/>
          </a:xfrm>
        </p:grpSpPr>
        <p:sp>
          <p:nvSpPr>
            <p:cNvPr id="3" name="Rectangle 3"/>
            <p:cNvSpPr/>
            <p:nvPr/>
          </p:nvSpPr>
          <p:spPr>
            <a:xfrm>
              <a:off x="1143000" y="1143000"/>
              <a:ext cx="5715000" cy="2286000"/>
            </a:xfrm>
            <a:prstGeom prst="rect">
              <a:avLst/>
            </a:prstGeom>
            <a:solidFill>
              <a:srgbClr val="F5F5F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326642" y="1378268"/>
              <a:ext cx="409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Item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803142" y="1378268"/>
              <a:ext cx="473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26642" y="1854518"/>
              <a:ext cx="473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Alpha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803142" y="18545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26642" y="2330768"/>
              <a:ext cx="419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Beta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03142" y="2330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tep6-gen-table">
  <a:themeElements>
    <a:clrScheme name="step6-gen-table">
      <a:dk1>
        <a:srgbClr val="222222"/>
      </a:dk1>
      <a:lt1>
        <a:srgbClr val="FFFFFF"/>
      </a:lt1>
      <a:dk2>
        <a:srgbClr val="222222"/>
      </a:dk2>
      <a:lt2>
        <a:srgbClr val="FFFFFF"/>
      </a:lt2>
      <a:accent1>
        <a:srgbClr val="1F4E79"/>
      </a:accent1>
      <a:accent2>
        <a:srgbClr val="F4B183"/>
      </a:accent2>
      <a:accent3>
        <a:srgbClr val="F4B183"/>
      </a:accent3>
      <a:accent4>
        <a:srgbClr val="1F4E79"/>
      </a:accent4>
      <a:accent5>
        <a:srgbClr val="4BACC6"/>
      </a:accent5>
      <a:accent6>
        <a:srgbClr val="F79646"/>
      </a:accent6>
      <a:hlink>
        <a:srgbClr val="F4B183"/>
      </a:hlink>
      <a:folHlink>
        <a:srgbClr val="F4B183"/>
      </a:folHlink>
    </a:clrScheme>
    <a:fontScheme name="step6-gen-tabl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ep6-gen-tab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tep6-gen-table">
  <a:themeElements>
    <a:clrScheme name="step6-gen-table">
      <a:dk1>
        <a:srgbClr val="222222"/>
      </a:dk1>
      <a:lt1>
        <a:srgbClr val="FFFFFF"/>
      </a:lt1>
      <a:dk2>
        <a:srgbClr val="222222"/>
      </a:dk2>
      <a:lt2>
        <a:srgbClr val="FFFFFF"/>
      </a:lt2>
      <a:accent1>
        <a:srgbClr val="1F4E79"/>
      </a:accent1>
      <a:accent2>
        <a:srgbClr val="F4B183"/>
      </a:accent2>
      <a:accent3>
        <a:srgbClr val="F4B183"/>
      </a:accent3>
      <a:accent4>
        <a:srgbClr val="1F4E79"/>
      </a:accent4>
      <a:accent5>
        <a:srgbClr val="4BACC6"/>
      </a:accent5>
      <a:accent6>
        <a:srgbClr val="F79646"/>
      </a:accent6>
      <a:hlink>
        <a:srgbClr val="F4B183"/>
      </a:hlink>
      <a:folHlink>
        <a:srgbClr val="F4B183"/>
      </a:folHlink>
    </a:clrScheme>
    <a:fontScheme name="step6-gen-tabl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ep6-gen-tab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2026-10-20T23:54:03Z</dcterms:created>
  <dcterms:modified xsi:type="dcterms:W3CDTF">2026-10-20T23:54:03Z</dcterms:modified>
  <cp:category/>
  <cp:contentStatus/>
</cp:coreProperties>
</file>