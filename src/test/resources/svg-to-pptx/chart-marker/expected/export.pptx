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Speaker note for slide 1.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ep6-gen-cha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ep6-gen-char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332" y="440055"/>
            <a:ext cx="152813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Chart slide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43000" y="1143000"/>
            <a:ext cx="6096000" cy="3429000"/>
            <a:chOff x="1143000" y="1143000"/>
            <a:chExt cx="6096000" cy="3429000"/>
          </a:xfrm>
        </p:grpSpPr>
        <p:sp>
          <p:nvSpPr>
            <p:cNvPr id="3" name="Rectangle 3"/>
            <p:cNvSpPr/>
            <p:nvPr/>
          </p:nvSpPr>
          <p:spPr>
            <a:xfrm>
              <a:off x="1143000" y="1143000"/>
              <a:ext cx="6096000" cy="3429000"/>
            </a:xfrm>
            <a:prstGeom prst="rect">
              <a:avLst/>
            </a:prstGeom>
            <a:solidFill>
              <a:srgbClr val="FAFAFA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905000" y="2857500"/>
              <a:ext cx="5715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048000" y="2571750"/>
              <a:ext cx="5715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191000" y="2190750"/>
              <a:ext cx="571500" cy="1809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184142" y="1283018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Revenue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ep6-gen-chart">
  <a:themeElements>
    <a:clrScheme name="step6-gen-chart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char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cha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ep6-gen-chart">
  <a:themeElements>
    <a:clrScheme name="step6-gen-chart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char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cha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2026-10-20T23:54:04Z</dcterms:created>
  <dcterms:modified xsi:type="dcterms:W3CDTF">2026-10-20T23:54:04Z</dcterms:modified>
  <cp:category/>
  <cp:contentStatus/>
</cp:coreProperties>
</file>