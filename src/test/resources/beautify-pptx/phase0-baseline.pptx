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24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324F"/>
                </a:solidFill>
                <a:latin typeface="Aptos"/>
              </a:defRPr>
            </a:pPr>
            <a:r>
              <a:t>Beautify Phase 0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5C6B73"/>
                </a:solidFill>
                <a:latin typeface="Aptos"/>
              </a:defRPr>
            </a:pPr>
            <a:r>
              <a:t>Synthetic deck — no external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480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78B5"/>
                </a:solidFill>
                <a:latin typeface="Aptos"/>
              </a:defRPr>
            </a:pPr>
            <a:r>
              <a:t>Strict 1:1 content and data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  <a:latin typeface="Aptos"/>
              </a:defRPr>
            </a:pPr>
            <a:r>
              <a:t>Text Fidelity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8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263238"/>
                </a:solidFill>
                <a:latin typeface="Aptos"/>
              </a:defRPr>
            </a:pPr>
            <a:r>
              <a:t>Every sentence remains on its source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9875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No rewriting.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No page reordering.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t>No added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  <a:latin typeface="Aptos"/>
              </a:defRPr>
            </a:pPr>
            <a:r>
              <a:t>Image Re-layout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8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035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63238"/>
                </a:solidFill>
                <a:latin typeface="Aptos"/>
              </a:defRPr>
            </a:pPr>
            <a:r>
              <a:t>Synthetic gradient image reused as a supplied asset.</a:t>
            </a:r>
          </a:p>
        </p:txBody>
      </p:sp>
      <p:pic>
        <p:nvPicPr>
          <p:cNvPr id="5" name="Picture 4" descr="beautify-phase0-h2ndt1v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212080" cy="2935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  <a:latin typeface="Aptos"/>
              </a:defRPr>
            </a:pPr>
            <a:r>
              <a:t>Table Fidelity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8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Q2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145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3.8%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  <a:latin typeface="Aptos"/>
              </a:defRPr>
            </a:pPr>
            <a:r>
              <a:t>Chart Fidelity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8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63238"/>
                </a:solidFill>
                <a:latin typeface="Aptos"/>
              </a:defRPr>
            </a:pPr>
            <a:r>
              <a:t>Quarterly Throughput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F"/>
                </a:solidFill>
                <a:latin typeface="Aptos"/>
              </a:defRPr>
            </a:pPr>
            <a:r>
              <a:t>Density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87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9875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One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Two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Three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Four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Five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Six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Seven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Eight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Nine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88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24F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C6B73"/>
                </a:solidFill>
                <a:latin typeface="Aptos"/>
              </a:defRPr>
            </a:pPr>
            <a:r>
              <a:t>A near-empty divider page is still preserved 1:1.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