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Speaker note for slide 1.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ep6-gen-image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ep6-gen-image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fd2ea41f56d686b.png"/>
  <Relationship Id="rId3" Type="http://schemas.openxmlformats.org/officeDocument/2006/relationships/image" Target="../media/image_037af726536950c8.png"/>
  <Relationship Id="rId4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1332" y="535305"/>
            <a:ext cx="151392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Image slide</a:t>
            </a:r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43000"/>
            <a:ext cx="2286000" cy="1524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143000"/>
            <a:ext cx="1524000" cy="1524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ep6-gen-images">
  <a:themeElements>
    <a:clrScheme name="step6-gen-images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1F4E79"/>
      </a:accent1>
      <a:accent2>
        <a:srgbClr val="F4B183"/>
      </a:accent2>
      <a:accent3>
        <a:srgbClr val="F4B183"/>
      </a:accent3>
      <a:accent4>
        <a:srgbClr val="1F4E79"/>
      </a:accent4>
      <a:accent5>
        <a:srgbClr val="4BACC6"/>
      </a:accent5>
      <a:accent6>
        <a:srgbClr val="F79646"/>
      </a:accent6>
      <a:hlink>
        <a:srgbClr val="F4B183"/>
      </a:hlink>
      <a:folHlink>
        <a:srgbClr val="F4B183"/>
      </a:folHlink>
    </a:clrScheme>
    <a:fontScheme name="step6-gen-images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ep6-gen-imag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tep6-gen-images">
  <a:themeElements>
    <a:clrScheme name="step6-gen-images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1F4E79"/>
      </a:accent1>
      <a:accent2>
        <a:srgbClr val="F4B183"/>
      </a:accent2>
      <a:accent3>
        <a:srgbClr val="F4B183"/>
      </a:accent3>
      <a:accent4>
        <a:srgbClr val="1F4E79"/>
      </a:accent4>
      <a:accent5>
        <a:srgbClr val="4BACC6"/>
      </a:accent5>
      <a:accent6>
        <a:srgbClr val="F79646"/>
      </a:accent6>
      <a:hlink>
        <a:srgbClr val="F4B183"/>
      </a:hlink>
      <a:folHlink>
        <a:srgbClr val="F4B183"/>
      </a:folHlink>
    </a:clrScheme>
    <a:fontScheme name="step6-gen-images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ep6-gen-imag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2026-10-20T23:53:12Z</dcterms:created>
  <dcterms:modified xsi:type="dcterms:W3CDTF">2026-10-20T23:53:12Z</dcterms:modified>
  <cp:category/>
  <cp:contentStatus/>
</cp:coreProperties>
</file>