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Speaker note for slide 1.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ep6-gen-formul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ep6-gen-formul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332" y="535305"/>
            <a:ext cx="182496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Formula slide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nergy-formula"/>
              <p:cNvSpPr txBox="1">
                <a:spLocks noGrp="1"/>
              </p:cNvSpPr>
              <p:nvPr/>
            </p:nvSpPr>
            <p:spPr>
              <a:xfrm>
                <a:off x="1905000" y="1905000"/>
                <a:ext cx="3810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2700" dirty="0">
                          <a:solidFill>
                            <a:srgbClr val="1F4E7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2700" dirty="0">
                          <a:solidFill>
                            <a:srgbClr val="1F4E7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2700" dirty="0">
                          <a:solidFill>
                            <a:srgbClr val="1F4E7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sSup>
                        <m:e>
                          <m:r>
                            <a:rPr lang="zh-CN" sz="2700" dirty="0">
                              <a:solidFill>
                                <a:srgbClr val="1F4E7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p>
                          <m:r>
                            <a:rPr lang="zh-CN" sz="2700" dirty="0">
                              <a:solidFill>
                                <a:srgbClr val="1F4E7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ep6-gen-formula">
  <a:themeElements>
    <a:clrScheme name="step6-gen-formula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formul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formu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ep6-gen-formula">
  <a:themeElements>
    <a:clrScheme name="step6-gen-formula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formul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formu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2026-10-20T23:52:58Z</dcterms:created>
  <dcterms:modified xsi:type="dcterms:W3CDTF">2026-10-20T23:52:58Z</dcterms:modified>
  <cp:category/>
  <cp:contentStatus/>
</cp:coreProperties>
</file>