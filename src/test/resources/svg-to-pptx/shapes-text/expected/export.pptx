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  <Relationship Id="rId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Speaker note for slide 1.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tep6-gen-shapes_tex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tep6-gen-shapes_tex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762000"/>
            <a:ext cx="3810000" cy="762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38784" y="994410"/>
            <a:ext cx="217563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Hello Export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4380" y="2124075"/>
            <a:ext cx="23845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Shape and text fidelity.</a:t>
            </a:r>
          </a:p>
        </p:txBody>
      </p:sp>
      <p:sp>
        <p:nvSpPr>
          <p:cNvPr id="5" name="Ellipse 5"/>
          <p:cNvSpPr/>
          <p:nvPr/>
        </p:nvSpPr>
        <p:spPr>
          <a:xfrm>
            <a:off x="7810500" y="2667000"/>
            <a:ext cx="1524000" cy="152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tep6-gen-shapes_text">
  <a:themeElements>
    <a:clrScheme name="step6-gen-shapes_text">
      <a:dk1>
        <a:srgbClr val="222222"/>
      </a:dk1>
      <a:lt1>
        <a:srgbClr val="FFFFFF"/>
      </a:lt1>
      <a:dk2>
        <a:srgbClr val="222222"/>
      </a:dk2>
      <a:lt2>
        <a:srgbClr val="FFFFFF"/>
      </a:lt2>
      <a:accent1>
        <a:srgbClr val="1F4E79"/>
      </a:accent1>
      <a:accent2>
        <a:srgbClr val="F4B183"/>
      </a:accent2>
      <a:accent3>
        <a:srgbClr val="F4B183"/>
      </a:accent3>
      <a:accent4>
        <a:srgbClr val="1F4E79"/>
      </a:accent4>
      <a:accent5>
        <a:srgbClr val="4BACC6"/>
      </a:accent5>
      <a:accent6>
        <a:srgbClr val="F79646"/>
      </a:accent6>
      <a:hlink>
        <a:srgbClr val="F4B183"/>
      </a:hlink>
      <a:folHlink>
        <a:srgbClr val="F4B183"/>
      </a:folHlink>
    </a:clrScheme>
    <a:fontScheme name="step6-gen-shapes_text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ep6-gen-shapes_tex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tep6-gen-shapes_text">
  <a:themeElements>
    <a:clrScheme name="step6-gen-shapes_text">
      <a:dk1>
        <a:srgbClr val="222222"/>
      </a:dk1>
      <a:lt1>
        <a:srgbClr val="FFFFFF"/>
      </a:lt1>
      <a:dk2>
        <a:srgbClr val="222222"/>
      </a:dk2>
      <a:lt2>
        <a:srgbClr val="FFFFFF"/>
      </a:lt2>
      <a:accent1>
        <a:srgbClr val="1F4E79"/>
      </a:accent1>
      <a:accent2>
        <a:srgbClr val="F4B183"/>
      </a:accent2>
      <a:accent3>
        <a:srgbClr val="F4B183"/>
      </a:accent3>
      <a:accent4>
        <a:srgbClr val="1F4E79"/>
      </a:accent4>
      <a:accent5>
        <a:srgbClr val="4BACC6"/>
      </a:accent5>
      <a:accent6>
        <a:srgbClr val="F79646"/>
      </a:accent6>
      <a:hlink>
        <a:srgbClr val="F4B183"/>
      </a:hlink>
      <a:folHlink>
        <a:srgbClr val="F4B183"/>
      </a:folHlink>
    </a:clrScheme>
    <a:fontScheme name="step6-gen-shapes_text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ep6-gen-shapes_tex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2026-10-20T23:52:40Z</dcterms:created>
  <dcterms:modified xsi:type="dcterms:W3CDTF">2026-10-20T23:52:40Z</dcterms:modified>
  <cp:category/>
  <cp:contentStatus/>
</cp:coreProperties>
</file>