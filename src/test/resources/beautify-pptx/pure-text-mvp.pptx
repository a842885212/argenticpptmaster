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Pure Text Beautify</a:t>
            </a:r>
          </a:p>
          <a:p>
            <a:pPr>
              <a:defRPr sz="1800"/>
            </a:pPr>
            <a:r>
              <a:t>Every slide remains in order.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Repeated text</a:t>
            </a:r>
          </a:p>
          <a:p>
            <a:pPr>
              <a:defRPr sz="1800"/>
            </a:pPr>
            <a:r>
              <a:t>Keep me</a:t>
            </a:r>
          </a:p>
          <a:p>
            <a:pPr>
              <a:defRPr sz="1800"/>
            </a:pPr>
            <a:r>
              <a:t>Keep me</a:t>
            </a:r>
          </a:p>
          <a:p>
            <a:pPr>
              <a:defRPr sz="1800"/>
            </a:pPr>
            <a:r>
              <a:t>Dense page starts 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Dense page</a:t>
            </a:r>
          </a:p>
          <a:p>
            <a:pPr>
              <a:defRPr sz="1800"/>
            </a:pPr>
            <a:r>
              <a:t>One</a:t>
            </a:r>
          </a:p>
          <a:p>
            <a:pPr>
              <a:defRPr sz="1800"/>
            </a:pPr>
            <a:r>
              <a:t>Two</a:t>
            </a:r>
          </a:p>
          <a:p>
            <a:pPr>
              <a:defRPr sz="1800"/>
            </a:pPr>
            <a:r>
              <a:t>Three</a:t>
            </a:r>
          </a:p>
          <a:p>
            <a:pPr>
              <a:defRPr sz="1800"/>
            </a:pPr>
            <a:r>
              <a:t>Four</a:t>
            </a:r>
          </a:p>
          <a:p>
            <a:pPr>
              <a:defRPr sz="1800"/>
            </a:pPr>
            <a:r>
              <a:t>Five</a:t>
            </a:r>
          </a:p>
          <a:p>
            <a:pPr>
              <a:defRPr sz="1800"/>
            </a:pPr>
            <a:r>
              <a:t>Six</a:t>
            </a:r>
          </a:p>
          <a:p>
            <a:pPr>
              <a:defRPr sz="1800"/>
            </a:pPr>
            <a:r>
              <a:t>Seven</a:t>
            </a:r>
          </a:p>
          <a:p>
            <a:pPr>
              <a:defRPr sz="1800"/>
            </a:pPr>
            <a:r>
              <a:t>Eight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Pause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