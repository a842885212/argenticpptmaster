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note: agenda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Native Enhance Phase0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desensitized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Goals</a:t>
            </a:r>
            <a:br/>
            <a:r>
              <a:t>Baseline contract</a:t>
            </a:r>
            <a:br/>
            <a:r>
              <a:t>Compatibility matrix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Metric | Q1 | Q2</a:t>
            </a:r>
            <a:br/>
            <a:r>
              <a:t>Alpha | 10 | 12</a:t>
            </a:r>
            <a:br/>
            <a:r>
              <a:t>Beta | 7 |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Categories: North, South, East</a:t>
            </a:r>
            <a:br/>
            <a:r>
              <a:t>Series Growth: 3, 5,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Dense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Point A explains the workflow.</a:t>
            </a:r>
            <a:br/>
            <a:r>
              <a:t>Point B freezes schemas.</a:t>
            </a:r>
            <a:br/>
            <a:r>
              <a:t>Point C forbids SVG and --force.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Thank you.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